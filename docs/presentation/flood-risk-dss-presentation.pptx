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Flood Risk Prediction &amp;</a:t>
            </a:r>
            <a:br/>
            <a:r>
              <a:t>Early Warning Decision Support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D6E8"/>
                </a:solidFill>
                <a:latin typeface="Calibri"/>
              </a:defRPr>
            </a:pPr>
            <a:r>
              <a:t>A data-driven research project for disaster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Aadil Ali Mahar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C9D6E8"/>
                </a:solidFill>
                <a:latin typeface="Calibri"/>
              </a:defRPr>
            </a:pPr>
            <a:r>
              <a:t>BS Computer Science, The Islamia University of Bahawalpur (2022–2026)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C9D6E8"/>
                </a:solidFill>
                <a:latin typeface="Calibri"/>
              </a:defRPr>
            </a:pPr>
            <a:r>
              <a:t>Master's in Disaster Management — Research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Disaster Problem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Pakistan 2010: one of the worst floods in the country's history — ~20 million people affected, ~2,000 lives lost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Pakistan 2022: ~33 million affected and 1,700+ deaths; among the costliest climate disasters on record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Sindh bore the heaviest losses in both events — districts like Dadu, Larkana and Jacobabad were devastated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Floods are Pakistan's most frequent and damaging hazard, yet district-level decisions remain largely qualitative and ad hoc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Relief and rescue arrive late when district officers and communities lack timely, localized risk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Research Gap: The Last-Mile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Weather forecasts and flood bulletins exist — but district-actionable risk information is still assembled manually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Machine-learning flood research stops at offline risk maps; it is rarely built into operational, always-on platforms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No integrated open-source platform combines prediction, GIS, automated early warning and citizen reporting in one stack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Decision-makers need answers at district granularity: where will it flood, how bad, and what to do about it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This project closes that last mile: data-driven risk prediction delivered as decision support to authorities and the public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Proposed Framework: Three-Tier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Data layer — PostgreSQL + PostGIS: 7 core tables, spatial districts, seeded flood events, model registry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Service layer — FastAPI: auth (JWT), dashboard, risk, GIS, alerts, decision-support and mobile APIs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Prediction engine — versioned ML model registry (Random Forest, XGBoost, MLP) with a rule-based fallback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Clients — dashboard prototype with live Leaflet map, Flutter mobile app, and a 30-minute early-warning scheduler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Everything is open-source, containerized with Docker Compose, and documented end to end</a:t>
            </a:r>
          </a:p>
        </p:txBody>
      </p:sp>
      <p:pic>
        <p:nvPicPr>
          <p:cNvPr id="6" name="Picture 5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56" y="3749037"/>
            <a:ext cx="7" cy="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Dataset: Sindh District Floods 2010–2024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180 district-year rows: 12 Sindh districts × 15 years (2010–2024)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43 verified flood years with per-row citations (observatory records, NDMA, ReliefWeb)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Weather features from ERA5 reanalysis via the Open-Meteo API — monsoon-season aggregates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10 base + 4 engineered features: rainfall, flood history, vulnerability indicators, composite index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Documented in a data card; dataset SHA-256 is pinned in the model registry for reproducibility</a:t>
            </a:r>
          </a:p>
        </p:txBody>
      </p:sp>
      <p:pic>
        <p:nvPicPr>
          <p:cNvPr id="6" name="Picture 5" descr="data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56" y="3749038"/>
            <a:ext cx="7" cy="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Stratified 80/20 train/test split preserves the flood-year class ratio in both sets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5-fold cross-validation for honest performance estimates on the 180-row dataset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All preprocessing (scaling, encoding) fitted on training folds only — no leakage into validation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Class imbalance addressed so rare flood years are not drowned out by normal years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Every prediction returns its contributing features plus actionable recommendations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Three model families benchmarked head-to-head: Random Forest, XGBoost and MLP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Prediction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MLP is the best model overall; ROC-AUC exceeds 0.94 for all three models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Perfect precision with imperfect recall → conservative flagging: every raised alert is trustworthy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5-fold CV standard deviations are reported alongside — honest uncertainty, not cherry-picked scores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Limitation: these are district-year classifiers on seasonal aggregates, not event-scale predictors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977639"/>
          <a:ext cx="4754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0.6154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0.9547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0.9465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MLP (best)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0.8750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0.9630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odel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796" y="3749038"/>
            <a:ext cx="6" cy="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GIS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Risk layer: district-level predicted risk rendered as an interactive choropleth map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Historical floods layer: 52 seeded verified flood events for context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Vulnerability map: district vulnerability indicators and composite index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Infrastructure layer (hospitals, shelters, routes) — flagged as sample data pending PDMA/health registries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Decision-support APIs: /decision-support/summary (actions per high-risk district) and /trends (2010–2024 time series)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Dashboard supports district search, layer toggles and rich popups</a:t>
            </a:r>
          </a:p>
        </p:txBody>
      </p:sp>
      <p:pic>
        <p:nvPicPr>
          <p:cNvPr id="6" name="Picture 5" descr="gis-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56" y="3749038"/>
            <a:ext cx="7" cy="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Early Warning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Ingestion: Open-Meteo forecast API → weather_observations table via CLI + scheduled script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30-minute automated cycle: weather → prediction (mlp-v1) → alert decision → notification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Alert engine tiers: LOW (no action), MEDIUM (advisory), HIGH (emergency warning)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6-hour cooldown deduplication prevents alert fatigue; escalation when risk keeps rising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FCM push notifications with graceful degraded log-mode when no credentials are configured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Citizen reporting loop: pending → verified / rejected / resolved by authority users</a:t>
            </a:r>
          </a:p>
        </p:txBody>
      </p:sp>
      <p:pic>
        <p:nvPicPr>
          <p:cNvPr id="6" name="Picture 5" descr="early-warning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56" y="3749037"/>
            <a:ext cx="7" cy="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Mobile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Flutter 3.47.5 app with feature-first clean architecture — 8 screens: splash, auth, home, risk, map, alerts, emergency, safety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Risk check: any district's current predicted risk on demand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Shelter finder: nearest safe shelters and emergency contacts by district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Offline safety guide: preparedness steps available without connectivity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Categorized citizen reporting: flood water, road blockage, rescue request, medical emergency — with image upload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Volunteer role for trusted reporters; authority-only verification workflow</a:t>
            </a:r>
          </a:p>
          <a:p>
            <a:pPr>
              <a:spcAft>
                <a:spcPts val="14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Code quality: flutter analyze clean, 7/7 widget tests pass, release web build succeeds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Technical — an integrated open-source stack: machine learning + GIS + automated early warning, with a reproducible SHA-256 model registry and 119/119 backend tests passing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Disaster management — aligned with Sendai Framework Priorities 1 (understanding risk) and 4 (enhancing preparedness); DDMA-ready decision views via the summary and trends endpoints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Community — a public mobile app with a shelter finder, verified citizen reporting and an offline safety guide, bringing risk information to the last mile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A5A"/>
                </a:solidFill>
                <a:latin typeface="Calibri"/>
              </a:defRPr>
            </a:pPr>
            <a:r>
              <a:t>Flood Risk Prediction &amp; Early Warning Decision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5A5A5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Temporal holdout validation: train on past years, test on future years to prove generalization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Event-scale labels to match the operational granularity decision-makers actually use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Authoritative infrastructure registries from PDMA and health departments to replace sample data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A validated vulnerability index built with domain-expert review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Per-district push notifications with real FCM credentials for the early-warning cycle</a:t>
            </a:r>
          </a:p>
          <a:p>
            <a:pPr>
              <a:spcAft>
                <a:spcPts val="1400"/>
              </a:spcAft>
              <a:defRPr sz="1900">
                <a:solidFill>
                  <a:srgbClr val="222222"/>
                </a:solidFill>
                <a:latin typeface="Calibri"/>
              </a:defRPr>
            </a:pPr>
            <a:r>
              <a:t>Field evaluation with PDMA / DDMA officers in Sindh before operational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